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4841db3ca74dbc" /><Relationship Type="http://schemas.openxmlformats.org/officeDocument/2006/relationships/extended-properties" Target="/docProps/app.xml" Id="Rd61f6b97f3784baa" /><Relationship Type="http://schemas.openxmlformats.org/officeDocument/2006/relationships/officeDocument" Target="/ppt/presentation.xml" Id="R274849efd0cf4dec" /></Relationships>
</file>

<file path=ppt/presentation.xml><?xml version="1.0" encoding="utf-8"?>
<p:presentation xmlns:p="http://schemas.openxmlformats.org/presentationml/2006/main">
  <p:sldMasterIdLst>
    <p:sldMasterId xmlns:r="http://schemas.openxmlformats.org/officeDocument/2006/relationships" id="2147483648" r:id="R31590683278246bf"/>
  </p:sldMasterIdLst>
  <p:notesMasterIdLst>
    <p:notesMasterId xmlns:r="http://schemas.openxmlformats.org/officeDocument/2006/relationships" r:id="Rcfb3cec7de004007"/>
  </p:notesMasterIdLst>
  <p:sldIdLst>
    <p:sldId xmlns:r="http://schemas.openxmlformats.org/officeDocument/2006/relationships" id="256" r:id="Rf8c2a93d252c4de1"/>
    <p:sldId xmlns:r="http://schemas.openxmlformats.org/officeDocument/2006/relationships" id="257" r:id="R82d554885c734aca"/>
    <p:sldId xmlns:r="http://schemas.openxmlformats.org/officeDocument/2006/relationships" id="258" r:id="Re0d78e5ec0274ffa"/>
    <p:sldId xmlns:r="http://schemas.openxmlformats.org/officeDocument/2006/relationships" id="259" r:id="R25308a4efc4f4426"/>
    <p:sldId xmlns:r="http://schemas.openxmlformats.org/officeDocument/2006/relationships" id="260" r:id="R0f5f643b68b84deb"/>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2a16c22368d4f0b" /><Relationship Type="http://schemas.openxmlformats.org/officeDocument/2006/relationships/slideMaster" Target="/ppt/slideMasters/slideMaster1.xml" Id="R31590683278246bf" /><Relationship Type="http://schemas.openxmlformats.org/officeDocument/2006/relationships/notesMaster" Target="/ppt/notesMasters/notesMaster1.xml" Id="Rcfb3cec7de004007" /><Relationship Type="http://schemas.openxmlformats.org/officeDocument/2006/relationships/presProps" Target="/ppt/presProps.xml" Id="R8a4753a023bf4b05" /><Relationship Type="http://schemas.openxmlformats.org/officeDocument/2006/relationships/viewProps" Target="/ppt/viewProps.xml" Id="Rea2698aef3944016" /><Relationship Type="http://schemas.openxmlformats.org/officeDocument/2006/relationships/tableStyles" Target="/ppt/tableStyles.xml" Id="R307ce9a94dd34ec5" /><Relationship Type="http://schemas.openxmlformats.org/officeDocument/2006/relationships/slide" Target="/ppt/slides/slide1.xml" Id="Rf8c2a93d252c4de1" /><Relationship Type="http://schemas.openxmlformats.org/officeDocument/2006/relationships/slide" Target="/ppt/slides/slide2.xml" Id="R82d554885c734aca" /><Relationship Type="http://schemas.openxmlformats.org/officeDocument/2006/relationships/slide" Target="/ppt/slides/slide3.xml" Id="Re0d78e5ec0274ffa" /><Relationship Type="http://schemas.openxmlformats.org/officeDocument/2006/relationships/slide" Target="/ppt/slides/slide4.xml" Id="R25308a4efc4f4426" /><Relationship Type="http://schemas.openxmlformats.org/officeDocument/2006/relationships/slide" Target="/ppt/slides/slide5.xml" Id="R0f5f643b68b84d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78313ce51d445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dfe720b880e4d44" /><Relationship Type="http://schemas.openxmlformats.org/officeDocument/2006/relationships/notesMaster" Target="/ppt/notesMasters/notesMaster1.xml" Id="Rc2143d9aba654c4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cdd9cd18a44510" /><Relationship Type="http://schemas.openxmlformats.org/officeDocument/2006/relationships/notesMaster" Target="/ppt/notesMasters/notesMaster1.xml" Id="R1ad79e6fead545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bb96ab25caa54898" /><Relationship Type="http://schemas.openxmlformats.org/officeDocument/2006/relationships/notesMaster" Target="/ppt/notesMasters/notesMaster1.xml" Id="R9ab9333377be45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e6a6cee91dc54ecc" /><Relationship Type="http://schemas.openxmlformats.org/officeDocument/2006/relationships/notesMaster" Target="/ppt/notesMasters/notesMaster1.xml" Id="R3b5f3237e33f45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1e97ad7bfe24120" /><Relationship Type="http://schemas.openxmlformats.org/officeDocument/2006/relationships/notesMaster" Target="/ppt/notesMasters/notesMaster1.xml" Id="Re3ad383d607740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Official artist photograph and identity: https://buraktokat.github.io/</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Artist biography and official positioning: https://buraktokat.github.io/</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Selected experience supplied by the artist and published on the official website: https://buraktokat.github.io/#experience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Release details and official platform links: https://buraktokat.github.io/#music</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Official contact and profiles: https://buraktokat.github.io/#booking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ba57ca42e3a49d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52ca3b0118a426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81950f2ae9348b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9c68f8fb94d420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3f654b262584f1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f5ffda80f6847d9"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ec8ed7e916ca435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e794dd3416d4c4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ac176776ddb4de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0c4465c85144f4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b7f7b6649324a92"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0BF81AE-DD25-4D90-95C5-6D420D294E39}"/>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E9E89B72-AF08-444D-9B3B-ABA4053AD8D8}"/>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94F6F89F-5993-479D-B5DD-CE2749866C5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E1516245-9B03-448B-850E-11B4FEB029E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91025EA-171E-4151-8AB9-DB3173CA41D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534DBB7-4340-4E13-988C-048BC7CD304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7ADA65D-C09F-442E-AFC2-138CC869D5D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819B884-4F51-4463-8608-44E5CC583D2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A6B6FA98-EE37-4988-BC38-3D78C125D17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C72AC3C-EB26-4AA7-80A2-558D45B82C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67124D1-8123-4940-886A-442AD82330B8}"/>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43224EF-D64C-4D2F-8E49-A7636BB5FA89}"/>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C96E42DB-4C85-4FE3-8AB3-979AA4B8CB8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18B5CCD4-69E3-4CF4-B039-A3AF649DD2B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043B9AE-AFFC-421E-A643-1EF55D73249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D70DF68-9F36-4268-9566-37D4AC5CAB8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C4C8D758-1372-4E3E-A4E9-4482D394AEA2}"/>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AFE0AD16-28F8-4388-A05B-9C5232928255}"/>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2FD50FD6-747E-4E5E-B080-2E41B62F8D9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074B4355-852C-46AD-91BE-A6FD93414F1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A67EEE07-3235-46F0-B994-1722F1004BB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38B9CAA-57BE-46FB-9647-5FA2BD65197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8EC12149-1003-4BC8-A856-BCDAE80393BD}"/>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8D3DCF5-73D5-4A56-92C9-E97C935811CC}"/>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291C3968-ED8A-44CE-9357-C2B14E93CBDD}"/>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1AAE872C-96FE-457D-AAEB-5AEF36F3CBE8}"/>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4F54E9F7-6485-4AD1-B514-0926C9B825F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8" name="Footer Placeholder 7">
            <a:extLst xmlns:a="http://schemas.openxmlformats.org/drawingml/2006/main">
              <a:ext uri="{FF2B5EF4-FFF2-40B4-BE49-F238E27FC236}">
                <a16:creationId xmlns:a16="http://schemas.microsoft.com/office/drawing/2014/main" id="{57F3BBD2-D343-4945-87A5-38E5A84768F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EEC80F8F-193B-4DBE-A6B2-0208F21406D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E7C068D-E231-4B49-BAB5-F8631417FDF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551AE476-80B2-4A23-944E-1695027602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4" name="Footer Placeholder 3">
            <a:extLst xmlns:a="http://schemas.openxmlformats.org/drawingml/2006/main">
              <a:ext uri="{FF2B5EF4-FFF2-40B4-BE49-F238E27FC236}">
                <a16:creationId xmlns:a16="http://schemas.microsoft.com/office/drawing/2014/main" id="{4505131F-C674-4FD5-BE25-C0CE3D77B2A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ABE94A05-6525-4167-8ACB-05929D12D24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EF9F1F08-5B32-4FDA-9A9D-3BB4366453C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3" name="Footer Placeholder 2">
            <a:extLst xmlns:a="http://schemas.openxmlformats.org/drawingml/2006/main">
              <a:ext uri="{FF2B5EF4-FFF2-40B4-BE49-F238E27FC236}">
                <a16:creationId xmlns:a16="http://schemas.microsoft.com/office/drawing/2014/main" id="{0F2FC068-E7CC-4DAB-822F-DBEC3D104FD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E515905-F5D1-4BFA-905B-8961ACA6218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9DCA8AD-3CD5-4B64-9583-5E525EF8A1BA}"/>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16B97512-2A00-45C9-80F3-3C22F8B52195}"/>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1ED17559-CE29-4D4A-9D9A-5842925D07EF}"/>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096A7BC-EA56-42E1-BDC6-47C8C66B7A0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9DC8DB90-BA08-419E-A164-BCBF58C26D1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D6DD112-EF0B-46F3-B763-E2C6D491BF9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C612161-873B-4250-A485-A0272F8752F7}"/>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87968E65-26A8-4A4D-A95D-244062D1DEA3}"/>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2E508C87-BC51-40B1-8373-2F9DA34C2341}"/>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090865A7-D409-4848-9C05-228B2039E7E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6" name="Footer Placeholder 5">
            <a:extLst xmlns:a="http://schemas.openxmlformats.org/drawingml/2006/main">
              <a:ext uri="{FF2B5EF4-FFF2-40B4-BE49-F238E27FC236}">
                <a16:creationId xmlns:a16="http://schemas.microsoft.com/office/drawing/2014/main" id="{28432668-0514-4EE9-A77C-088FE2C7DA8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907C1A4-5C0D-4AFB-B9BE-F6339F3AC5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A215BE0-6DA9-4EEF-973B-461A17E1CA6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57A6CB5B-3B20-4E7F-9CA1-310A5893DFAF}"/>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343A478F-7FF2-4056-A319-CE7E7F96EB3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9A60FBE4-4E89-44A7-A3D2-662E2E913DC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211EF77-2D8F-4CC6-8FEB-63DEFDB5DD4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4D3D465C-74A7-4EB0-8179-EA4A11B12749}"/>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4B972BC5-A307-4FDB-91B2-AD3D72CA6876}"/>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797F75A6-0759-46B2-ABB5-689F9F38001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62EBA36F-683F-4800-9059-2CB2DB3863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8280CDA-E3FE-416E-BC08-678BD2E4D07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36d214f51f491d" /><Relationship Type="http://schemas.openxmlformats.org/officeDocument/2006/relationships/slideLayout" Target="/ppt/slideLayouts/slideLayout1.xml" Id="R571c465ccb6640c1" /><Relationship Type="http://schemas.openxmlformats.org/officeDocument/2006/relationships/slideLayout" Target="/ppt/slideLayouts/slideLayout2.xml" Id="R6e9733092bc141b4" /><Relationship Type="http://schemas.openxmlformats.org/officeDocument/2006/relationships/slideLayout" Target="/ppt/slideLayouts/slideLayout3.xml" Id="R1b9194e1e40d4c48" /><Relationship Type="http://schemas.openxmlformats.org/officeDocument/2006/relationships/slideLayout" Target="/ppt/slideLayouts/slideLayout4.xml" Id="R775f2f73929e44bc" /><Relationship Type="http://schemas.openxmlformats.org/officeDocument/2006/relationships/slideLayout" Target="/ppt/slideLayouts/slideLayout5.xml" Id="R429cab1ce18a4dc0" /><Relationship Type="http://schemas.openxmlformats.org/officeDocument/2006/relationships/slideLayout" Target="/ppt/slideLayouts/slideLayout6.xml" Id="Re3cfb6b666ab4b02" /><Relationship Type="http://schemas.openxmlformats.org/officeDocument/2006/relationships/slideLayout" Target="/ppt/slideLayouts/slideLayout7.xml" Id="R3074b1b6d9a2404e" /><Relationship Type="http://schemas.openxmlformats.org/officeDocument/2006/relationships/slideLayout" Target="/ppt/slideLayouts/slideLayout8.xml" Id="R04f10060faec45f2" /><Relationship Type="http://schemas.openxmlformats.org/officeDocument/2006/relationships/slideLayout" Target="/ppt/slideLayouts/slideLayout9.xml" Id="R5055352dc5ef4c5a" /><Relationship Type="http://schemas.openxmlformats.org/officeDocument/2006/relationships/slideLayout" Target="/ppt/slideLayouts/slideLayout10.xml" Id="R9c56749af17140f5" /><Relationship Type="http://schemas.openxmlformats.org/officeDocument/2006/relationships/slideLayout" Target="/ppt/slideLayouts/slideLayout11.xml" Id="R438d6f46c9a241f0"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F4CA77C6-D7D0-4290-BCE1-AEDB05176FBF}"/>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5104DA04-90AB-4267-B0EA-3F586452945D}"/>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0F166D8-04FD-441F-A4CE-A30DC87A7DA4}"/>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1/27/13</a:t>
            </a:fld>
            <a:endParaRPr/>
          </a:p>
        </p:txBody>
      </p:sp>
      <p:sp>
        <p:nvSpPr>
          <p:cNvPr id="5" name="Footer Placeholder 4">
            <a:extLst xmlns:a="http://schemas.openxmlformats.org/drawingml/2006/main">
              <a:ext uri="{FF2B5EF4-FFF2-40B4-BE49-F238E27FC236}">
                <a16:creationId xmlns:a16="http://schemas.microsoft.com/office/drawing/2014/main" id="{EA71C0DC-683D-4D32-ACD7-7DC3374CC4AA}"/>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6E21016-4339-41AF-ABBC-2C821A312F55}"/>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71c465ccb6640c1"/>
    <p:sldLayoutId xmlns:r="http://schemas.openxmlformats.org/officeDocument/2006/relationships" id="2147483650" r:id="R6e9733092bc141b4"/>
    <p:sldLayoutId xmlns:r="http://schemas.openxmlformats.org/officeDocument/2006/relationships" id="2147483651" r:id="R1b9194e1e40d4c48"/>
    <p:sldLayoutId xmlns:r="http://schemas.openxmlformats.org/officeDocument/2006/relationships" id="2147483652" r:id="R775f2f73929e44bc"/>
    <p:sldLayoutId xmlns:r="http://schemas.openxmlformats.org/officeDocument/2006/relationships" id="2147483653" r:id="R429cab1ce18a4dc0"/>
    <p:sldLayoutId xmlns:r="http://schemas.openxmlformats.org/officeDocument/2006/relationships" id="2147483654" r:id="Re3cfb6b666ab4b02"/>
    <p:sldLayoutId xmlns:r="http://schemas.openxmlformats.org/officeDocument/2006/relationships" id="2147483655" r:id="R3074b1b6d9a2404e"/>
    <p:sldLayoutId xmlns:r="http://schemas.openxmlformats.org/officeDocument/2006/relationships" id="2147483656" r:id="R04f10060faec45f2"/>
    <p:sldLayoutId xmlns:r="http://schemas.openxmlformats.org/officeDocument/2006/relationships" id="2147483657" r:id="R5055352dc5ef4c5a"/>
    <p:sldLayoutId xmlns:r="http://schemas.openxmlformats.org/officeDocument/2006/relationships" id="2147483658" r:id="R9c56749af17140f5"/>
    <p:sldLayoutId xmlns:r="http://schemas.openxmlformats.org/officeDocument/2006/relationships" id="2147483659" r:id="R438d6f46c9a241f0"/>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6d7130c221eb41dc" /><Relationship Type="http://schemas.openxmlformats.org/officeDocument/2006/relationships/image" Target="/ppt/media/image.jpeg" Id="R29eebb56fea14999" /><Relationship Type="http://schemas.openxmlformats.org/officeDocument/2006/relationships/notesSlide" Target="/ppt/notesSlides/notesSlide1.xml" Id="R38e1e6f688654297"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419c16c3d02c4e77" /><Relationship Type="http://schemas.openxmlformats.org/officeDocument/2006/relationships/image" Target="/ppt/media/image.png" Id="R19729c13ae8f4dcb" /><Relationship Type="http://schemas.openxmlformats.org/officeDocument/2006/relationships/notesSlide" Target="/ppt/notesSlides/notesSlide2.xml" Id="Rf7b407e14c7e49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c71cc6c279e24dc1" /><Relationship Type="http://schemas.openxmlformats.org/officeDocument/2006/relationships/image" Target="/ppt/media/image.png" Id="R67f38f6afc134593" /><Relationship Type="http://schemas.openxmlformats.org/officeDocument/2006/relationships/notesSlide" Target="/ppt/notesSlides/notesSlide3.xml" Id="Rc7872ab02e4046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8663681215414e3f" /><Relationship Type="http://schemas.openxmlformats.org/officeDocument/2006/relationships/image" Target="/ppt/media/image.png" Id="Rd1f6a0e5d54848a5" /><Relationship Type="http://schemas.openxmlformats.org/officeDocument/2006/relationships/notesSlide" Target="/ppt/notesSlides/notesSlide4.xml" Id="Rba5bf9f7f85c44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43cf78bf84d449ed" /><Relationship Type="http://schemas.openxmlformats.org/officeDocument/2006/relationships/image" Target="/ppt/media/image.png" Id="Radb509cbfdb543b0" /><Relationship Type="http://schemas.openxmlformats.org/officeDocument/2006/relationships/notesSlide" Target="/ppt/notesSlides/notesSlide5.xml" Id="Ra80a5ac6b3ed4e1f" /></Relationships>
</file>

<file path=ppt/slides/slide1.xml><?xml version="1.0" encoding="utf-8"?>
<p:sld xmlns:p="http://schemas.openxmlformats.org/presentationml/2006/main">
  <p:cSld>
    <p:bg>
      <p:bgPr>
        <a:solidFill xmlns:a="http://schemas.openxmlformats.org/drawingml/2006/main">
          <a:srgbClr val="0A0A0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228470E-BEC4-4716-9216-AB62106BB69B}"/>
              </a:ext>
            </a:extLst>
          </p:cNvPr>
          <p:cNvSpPr>
            <a:spLocks xmlns:a="http://schemas.openxmlformats.org/drawingml/2006/main" noGrp="1"/>
          </p:cNvSpPr>
          <p:nvPr/>
        </p:nvSpPr>
        <p:spPr>
          <a:xfrm xmlns:a="http://schemas.openxmlformats.org/drawingml/2006/main">
            <a:off x="502920" y="502920"/>
            <a:ext cx="502920" cy="41148"/>
          </a:xfrm>
          <a:prstGeom xmlns:a="http://schemas.openxmlformats.org/drawingml/2006/main" prst="rect">
            <a:avLst/>
          </a:prstGeom>
          <a:solidFill xmlns:a="http://schemas.openxmlformats.org/drawingml/2006/main">
            <a:srgbClr val="CAA6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EF2069A-0C36-47A2-8487-1E6990C85749}"/>
              </a:ext>
            </a:extLst>
          </p:cNvPr>
          <p:cNvSpPr>
            <a:spLocks xmlns:a="http://schemas.openxmlformats.org/drawingml/2006/main" noGrp="1"/>
          </p:cNvSpPr>
          <p:nvPr/>
        </p:nvSpPr>
        <p:spPr>
          <a:xfrm xmlns:a="http://schemas.openxmlformats.org/drawingml/2006/main">
            <a:off x="11155680" y="411480"/>
            <a:ext cx="502920" cy="27432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defRPr sz="900">
                <a:solidFill>
                  <a:srgbClr val="AAA8A4"/>
                </a:solidFill>
              </a:defRPr>
            </a:pPr>
            <a:r>
              <a:t>01</a:t>
            </a:r>
          </a:p>
        </p:txBody>
      </p:sp>
      <p:sp>
        <p:nvSpPr>
          <p:cNvPr id="4" name="TextBox 3">
            <a:extLst xmlns:a="http://schemas.openxmlformats.org/drawingml/2006/main">
              <a:ext uri="{FF2B5EF4-FFF2-40B4-BE49-F238E27FC236}">
                <a16:creationId xmlns:a16="http://schemas.microsoft.com/office/drawing/2014/main" id="{55E1BEC9-1AEE-4242-BE03-CCDF96E75164}"/>
              </a:ext>
            </a:extLst>
          </p:cNvPr>
          <p:cNvSpPr>
            <a:spLocks xmlns:a="http://schemas.openxmlformats.org/drawingml/2006/main" noGrp="1"/>
          </p:cNvSpPr>
          <p:nvPr/>
        </p:nvSpPr>
        <p:spPr>
          <a:xfrm xmlns:a="http://schemas.openxmlformats.org/drawingml/2006/main">
            <a:off x="530352" y="1508760"/>
            <a:ext cx="640080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4800" b="1">
                <a:solidFill>
                  <a:srgbClr val="F5F3EE"/>
                </a:solidFill>
              </a:defRPr>
            </a:pPr>
            <a:r>
              <a:t>BURAK</a:t>
            </a:r>
          </a:p>
        </p:txBody>
      </p:sp>
      <p:sp>
        <p:nvSpPr>
          <p:cNvPr id="5" name="TextBox 4">
            <a:extLst xmlns:a="http://schemas.openxmlformats.org/drawingml/2006/main">
              <a:ext uri="{FF2B5EF4-FFF2-40B4-BE49-F238E27FC236}">
                <a16:creationId xmlns:a16="http://schemas.microsoft.com/office/drawing/2014/main" id="{289047BF-5094-4E3C-AFDA-EB2EA3B0AABC}"/>
              </a:ext>
            </a:extLst>
          </p:cNvPr>
          <p:cNvSpPr>
            <a:spLocks xmlns:a="http://schemas.openxmlformats.org/drawingml/2006/main" noGrp="1"/>
          </p:cNvSpPr>
          <p:nvPr/>
        </p:nvSpPr>
        <p:spPr>
          <a:xfrm xmlns:a="http://schemas.openxmlformats.org/drawingml/2006/main">
            <a:off x="530352" y="2148840"/>
            <a:ext cx="6400800" cy="7315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4800" b="1">
                <a:solidFill>
                  <a:srgbClr val="CAA65C"/>
                </a:solidFill>
              </a:defRPr>
            </a:pPr>
            <a:r>
              <a:t>TOKAT</a:t>
            </a:r>
          </a:p>
        </p:txBody>
      </p:sp>
      <p:sp>
        <p:nvSpPr>
          <p:cNvPr id="6" name="TextBox 5">
            <a:extLst xmlns:a="http://schemas.openxmlformats.org/drawingml/2006/main">
              <a:ext uri="{FF2B5EF4-FFF2-40B4-BE49-F238E27FC236}">
                <a16:creationId xmlns:a16="http://schemas.microsoft.com/office/drawing/2014/main" id="{951B52A2-D250-4C77-BA5E-22426213023A}"/>
              </a:ext>
            </a:extLst>
          </p:cNvPr>
          <p:cNvSpPr>
            <a:spLocks xmlns:a="http://schemas.openxmlformats.org/drawingml/2006/main" noGrp="1"/>
          </p:cNvSpPr>
          <p:nvPr/>
        </p:nvSpPr>
        <p:spPr>
          <a:xfrm xmlns:a="http://schemas.openxmlformats.org/drawingml/2006/main">
            <a:off x="566928" y="3063240"/>
            <a:ext cx="73152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300" b="1">
                <a:solidFill>
                  <a:srgbClr val="AAA8A4"/>
                </a:solidFill>
              </a:defRPr>
            </a:pPr>
            <a:r>
              <a:t>DJ • ELECTRONIC MUSIC PRODUCER</a:t>
            </a:r>
          </a:p>
        </p:txBody>
      </p:sp>
      <p:sp>
        <p:nvSpPr>
          <p:cNvPr id="7" name="TextBox 6">
            <a:extLst xmlns:a="http://schemas.openxmlformats.org/drawingml/2006/main">
              <a:ext uri="{FF2B5EF4-FFF2-40B4-BE49-F238E27FC236}">
                <a16:creationId xmlns:a16="http://schemas.microsoft.com/office/drawing/2014/main" id="{84E448AF-4F53-4E2E-AFA4-A91EE499B301}"/>
              </a:ext>
            </a:extLst>
          </p:cNvPr>
          <p:cNvSpPr>
            <a:spLocks xmlns:a="http://schemas.openxmlformats.org/drawingml/2006/main" noGrp="1"/>
          </p:cNvSpPr>
          <p:nvPr/>
        </p:nvSpPr>
        <p:spPr>
          <a:xfrm xmlns:a="http://schemas.openxmlformats.org/drawingml/2006/main">
            <a:off x="566928" y="5349240"/>
            <a:ext cx="82296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100" b="0">
                <a:solidFill>
                  <a:srgbClr val="F5F3EE"/>
                </a:solidFill>
              </a:defRPr>
            </a:pPr>
            <a:r>
              <a:t>MELODIC TECHNO  /  MELODIC HOUSE  /  AFRO HOUSE</a:t>
            </a:r>
          </a:p>
        </p:txBody>
      </p:sp>
      <p:sp>
        <p:nvSpPr>
          <p:cNvPr id="8" name="TextBox 7">
            <a:extLst xmlns:a="http://schemas.openxmlformats.org/drawingml/2006/main">
              <a:ext uri="{FF2B5EF4-FFF2-40B4-BE49-F238E27FC236}">
                <a16:creationId xmlns:a16="http://schemas.microsoft.com/office/drawing/2014/main" id="{B0FBE96A-875F-4B17-98F8-4AB7DD80F81B}"/>
              </a:ext>
            </a:extLst>
          </p:cNvPr>
          <p:cNvSpPr>
            <a:spLocks xmlns:a="http://schemas.openxmlformats.org/drawingml/2006/main" noGrp="1"/>
          </p:cNvSpPr>
          <p:nvPr/>
        </p:nvSpPr>
        <p:spPr>
          <a:xfrm xmlns:a="http://schemas.openxmlformats.org/drawingml/2006/main">
            <a:off x="566928" y="5806440"/>
            <a:ext cx="4572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900" b="0">
                <a:solidFill>
                  <a:srgbClr val="AAA8A4"/>
                </a:solidFill>
              </a:defRPr>
            </a:pPr>
            <a:r>
              <a:t>ELECTRONIC PRESS KIT  •  2026</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9eebb56fea14999"/>
          <a:srcRect xmlns:a="http://schemas.openxmlformats.org/drawingml/2006/main" l="0" t="10400" r="0" b="10400"/>
          <a:stretch xmlns:a="http://schemas.openxmlformats.org/drawingml/2006/main">
            <a:fillRect l="0" t="0" r="0" b="0"/>
          </a:stretch>
        </p:blipFill>
        <p:spPr>
          <a:xfrm xmlns:a="http://schemas.openxmlformats.org/drawingml/2006/main">
            <a:off x="7905750" y="1143000"/>
            <a:ext cx="3619500" cy="4095750"/>
          </a:xfrm>
          <a:prstGeom xmlns:a="http://schemas.openxmlformats.org/drawingml/2006/main" prst="rect">
            <a:avLst/>
          </a:prstGeom>
        </p:spPr>
      </p:pic>
    </p:spTree>
    <p:extLst>
      <p:ext uri="{BB962C8B-B14F-4D97-AF65-F5344CB8AC3E}">
        <p14:creationId xmlns:p14="http://schemas.microsoft.com/office/powerpoint/2010/main" val="1610884968"/>
      </p:ext>
    </p:extLst>
  </p:cSld>
</p:sld>
</file>

<file path=ppt/slides/slide2.xml><?xml version="1.0" encoding="utf-8"?>
<p:sld xmlns:p="http://schemas.openxmlformats.org/presentationml/2006/main">
  <p:cSld>
    <p:bg>
      <p:bgPr>
        <a:solidFill xmlns:a="http://schemas.openxmlformats.org/drawingml/2006/main">
          <a:srgbClr val="0A0A0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D514AB37-8605-433F-A3A7-724B6D6D5BDA}"/>
              </a:ext>
            </a:extLst>
          </p:cNvPr>
          <p:cNvSpPr>
            <a:spLocks xmlns:a="http://schemas.openxmlformats.org/drawingml/2006/main" noGrp="1"/>
          </p:cNvSpPr>
          <p:nvPr/>
        </p:nvSpPr>
        <p:spPr>
          <a:xfrm xmlns:a="http://schemas.openxmlformats.org/drawingml/2006/main">
            <a:off x="502920" y="502920"/>
            <a:ext cx="502920" cy="41148"/>
          </a:xfrm>
          <a:prstGeom xmlns:a="http://schemas.openxmlformats.org/drawingml/2006/main" prst="rect">
            <a:avLst/>
          </a:prstGeom>
          <a:solidFill xmlns:a="http://schemas.openxmlformats.org/drawingml/2006/main">
            <a:srgbClr val="CAA6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652F264-347C-4E6F-B093-CD5744D7C4BF}"/>
              </a:ext>
            </a:extLst>
          </p:cNvPr>
          <p:cNvSpPr>
            <a:spLocks xmlns:a="http://schemas.openxmlformats.org/drawingml/2006/main" noGrp="1"/>
          </p:cNvSpPr>
          <p:nvPr/>
        </p:nvSpPr>
        <p:spPr>
          <a:xfrm xmlns:a="http://schemas.openxmlformats.org/drawingml/2006/main">
            <a:off x="11155680" y="411480"/>
            <a:ext cx="502920" cy="27432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defRPr sz="900">
                <a:solidFill>
                  <a:srgbClr val="AAA8A4"/>
                </a:solidFill>
              </a:defRPr>
            </a:pPr>
            <a:r>
              <a:t>02</a:t>
            </a:r>
          </a:p>
        </p:txBody>
      </p:sp>
      <p:sp>
        <p:nvSpPr>
          <p:cNvPr id="4" name="TextBox 3">
            <a:extLst xmlns:a="http://schemas.openxmlformats.org/drawingml/2006/main">
              <a:ext uri="{FF2B5EF4-FFF2-40B4-BE49-F238E27FC236}">
                <a16:creationId xmlns:a16="http://schemas.microsoft.com/office/drawing/2014/main" id="{4C68F4FB-FEEA-4B9C-A4B9-3A35D3791B1F}"/>
              </a:ext>
            </a:extLst>
          </p:cNvPr>
          <p:cNvSpPr>
            <a:spLocks xmlns:a="http://schemas.openxmlformats.org/drawingml/2006/main" noGrp="1"/>
          </p:cNvSpPr>
          <p:nvPr/>
        </p:nvSpPr>
        <p:spPr>
          <a:xfrm xmlns:a="http://schemas.openxmlformats.org/drawingml/2006/main">
            <a:off x="502920" y="960120"/>
            <a:ext cx="10789920" cy="64008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2800" b="1">
                <a:solidFill>
                  <a:srgbClr val="F5F3EE"/>
                </a:solidFill>
              </a:defRPr>
            </a:pPr>
            <a:r>
              <a:t>ARTIST PROFILE</a:t>
            </a:r>
          </a:p>
        </p:txBody>
      </p:sp>
      <p:sp>
        <p:nvSpPr>
          <p:cNvPr id="5" name="TextBox 4">
            <a:extLst xmlns:a="http://schemas.openxmlformats.org/drawingml/2006/main">
              <a:ext uri="{FF2B5EF4-FFF2-40B4-BE49-F238E27FC236}">
                <a16:creationId xmlns:a16="http://schemas.microsoft.com/office/drawing/2014/main" id="{87FFE0A2-B922-4B52-A341-703A3767E6AA}"/>
              </a:ext>
            </a:extLst>
          </p:cNvPr>
          <p:cNvSpPr>
            <a:spLocks xmlns:a="http://schemas.openxmlformats.org/drawingml/2006/main" noGrp="1"/>
          </p:cNvSpPr>
          <p:nvPr/>
        </p:nvSpPr>
        <p:spPr>
          <a:xfrm xmlns:a="http://schemas.openxmlformats.org/drawingml/2006/main">
            <a:off x="530352" y="1627632"/>
            <a:ext cx="10424160" cy="41148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1200">
                <a:solidFill>
                  <a:srgbClr val="AAA8A4"/>
                </a:solidFill>
              </a:defRPr>
            </a:pPr>
            <a:r>
              <a:t>Emotion-led electronic music with a club-focused pulse.</a:t>
            </a:r>
          </a:p>
        </p:txBody>
      </p:sp>
      <p:sp>
        <p:nvSpPr>
          <p:cNvPr id="6" name="TextBox 5">
            <a:extLst xmlns:a="http://schemas.openxmlformats.org/drawingml/2006/main">
              <a:ext uri="{FF2B5EF4-FFF2-40B4-BE49-F238E27FC236}">
                <a16:creationId xmlns:a16="http://schemas.microsoft.com/office/drawing/2014/main" id="{A8A7B1C9-C467-439F-826F-5A11FF217705}"/>
              </a:ext>
            </a:extLst>
          </p:cNvPr>
          <p:cNvSpPr>
            <a:spLocks xmlns:a="http://schemas.openxmlformats.org/drawingml/2006/main" noGrp="1"/>
          </p:cNvSpPr>
          <p:nvPr/>
        </p:nvSpPr>
        <p:spPr>
          <a:xfrm xmlns:a="http://schemas.openxmlformats.org/drawingml/2006/main">
            <a:off x="594360" y="2240280"/>
            <a:ext cx="6949440" cy="20116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800" b="0">
                <a:solidFill>
                  <a:srgbClr val="F5F3EE"/>
                </a:solidFill>
              </a:defRPr>
            </a:pPr>
            <a:r>
              <a:t>Burak Tokat is a Turkish DJ and electronic music producer based in Antalya. Active since 2020, his sound moves between Melodic Techno, Melodic House and Afro House—combining hypnotic rhythm, emotional melody and contemporary club production.</a:t>
            </a:r>
          </a:p>
        </p:txBody>
      </p:sp>
      <p:sp>
        <p:nvSpPr>
          <p:cNvPr id="7" name="TextBox 6">
            <a:extLst xmlns:a="http://schemas.openxmlformats.org/drawingml/2006/main">
              <a:ext uri="{FF2B5EF4-FFF2-40B4-BE49-F238E27FC236}">
                <a16:creationId xmlns:a16="http://schemas.microsoft.com/office/drawing/2014/main" id="{B7521645-4E66-4FB6-85CD-82E30D5CEB34}"/>
              </a:ext>
            </a:extLst>
          </p:cNvPr>
          <p:cNvSpPr>
            <a:spLocks xmlns:a="http://schemas.openxmlformats.org/drawingml/2006/main" noGrp="1"/>
          </p:cNvSpPr>
          <p:nvPr/>
        </p:nvSpPr>
        <p:spPr>
          <a:xfrm xmlns:a="http://schemas.openxmlformats.org/drawingml/2006/main">
            <a:off x="594360" y="4526280"/>
            <a:ext cx="6766560"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1">
                <a:solidFill>
                  <a:srgbClr val="CAA65C"/>
                </a:solidFill>
              </a:defRPr>
            </a:pPr>
            <a:r>
              <a:t>His artistic signature is built on movement and atmosphere: music designed for the dancefloor, shaped to leave an emotional trace.</a:t>
            </a:r>
          </a:p>
        </p:txBody>
      </p:sp>
      <p:sp>
        <p:nvSpPr>
          <p:cNvPr id="8" name="Rounded Rectangle 7">
            <a:extLst xmlns:a="http://schemas.openxmlformats.org/drawingml/2006/main">
              <a:ext uri="{FF2B5EF4-FFF2-40B4-BE49-F238E27FC236}">
                <a16:creationId xmlns:a16="http://schemas.microsoft.com/office/drawing/2014/main" id="{11695868-90D6-4335-9FDA-0FA8D7720E47}"/>
              </a:ext>
            </a:extLst>
          </p:cNvPr>
          <p:cNvSpPr>
            <a:spLocks xmlns:a="http://schemas.openxmlformats.org/drawingml/2006/main" noGrp="1"/>
          </p:cNvSpPr>
          <p:nvPr/>
        </p:nvSpPr>
        <p:spPr>
          <a:xfrm xmlns:a="http://schemas.openxmlformats.org/drawingml/2006/main">
            <a:off x="8229600" y="2148840"/>
            <a:ext cx="3200400" cy="3291840"/>
          </a:xfrm>
          <a:prstGeom xmlns:a="http://schemas.openxmlformats.org/drawingml/2006/main" prst="roundRect">
            <a:avLst/>
          </a:prstGeom>
          <a:solidFill xmlns:a="http://schemas.openxmlformats.org/drawingml/2006/main">
            <a:srgbClr val="121215"/>
          </a:solidFill>
          <a:ln xmlns:a="http://schemas.openxmlformats.org/drawingml/2006/main">
            <a:solidFill>
              <a:srgbClr val="2D2C2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9" name="TextBox 8">
            <a:extLst xmlns:a="http://schemas.openxmlformats.org/drawingml/2006/main">
              <a:ext uri="{FF2B5EF4-FFF2-40B4-BE49-F238E27FC236}">
                <a16:creationId xmlns:a16="http://schemas.microsoft.com/office/drawing/2014/main" id="{2D59F0EA-718F-48AC-88F5-AC0A13FF7DFA}"/>
              </a:ext>
            </a:extLst>
          </p:cNvPr>
          <p:cNvSpPr>
            <a:spLocks xmlns:a="http://schemas.openxmlformats.org/drawingml/2006/main" noGrp="1"/>
          </p:cNvSpPr>
          <p:nvPr/>
        </p:nvSpPr>
        <p:spPr>
          <a:xfrm xmlns:a="http://schemas.openxmlformats.org/drawingml/2006/main">
            <a:off x="8458200" y="2350008"/>
            <a:ext cx="27432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300" b="1">
                <a:solidFill>
                  <a:srgbClr val="CAA65C"/>
                </a:solidFill>
              </a:defRPr>
            </a:pPr>
            <a:r>
              <a:t>SIGNATURE</a:t>
            </a:r>
          </a:p>
        </p:txBody>
      </p:sp>
      <p:sp>
        <p:nvSpPr>
          <p:cNvPr id="10" name="TextBox 9">
            <a:extLst xmlns:a="http://schemas.openxmlformats.org/drawingml/2006/main">
              <a:ext uri="{FF2B5EF4-FFF2-40B4-BE49-F238E27FC236}">
                <a16:creationId xmlns:a16="http://schemas.microsoft.com/office/drawing/2014/main" id="{A2779D29-382A-456B-8637-2661144FFAB1}"/>
              </a:ext>
            </a:extLst>
          </p:cNvPr>
          <p:cNvSpPr>
            <a:spLocks xmlns:a="http://schemas.openxmlformats.org/drawingml/2006/main" noGrp="1"/>
          </p:cNvSpPr>
          <p:nvPr/>
        </p:nvSpPr>
        <p:spPr>
          <a:xfrm xmlns:a="http://schemas.openxmlformats.org/drawingml/2006/main">
            <a:off x="8458200" y="2807208"/>
            <a:ext cx="2743200" cy="24688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200" b="0">
                <a:solidFill>
                  <a:srgbClr val="F5F3EE"/>
                </a:solidFill>
              </a:defRPr>
            </a:pPr>
            <a:r>
              <a:t>HYPNOTIC RHYTHM
EMOTIONAL MELODY
CLUB ENERGY
Antalya • Türkiye</a:t>
            </a:r>
          </a:p>
        </p:txBody>
      </p:sp>
      <p:pic>
        <p:nvPicPr>
          <p:cNvPr id="21" name="Picture 10"/>
          <p:cNvPicPr>
            <a:picLocks xmlns:a="http://schemas.openxmlformats.org/drawingml/2006/main" noChangeAspect="1"/>
          </p:cNvPicPr>
          <p:nvPr/>
        </p:nvPicPr>
        <p:blipFill>
          <a:blip xmlns:r="http://schemas.openxmlformats.org/officeDocument/2006/relationships" xmlns:a="http://schemas.openxmlformats.org/drawingml/2006/main" r:embed="R19729c13ae8f4dcb"/>
          <a:stretch xmlns:a="http://schemas.openxmlformats.org/drawingml/2006/main">
            <a:fillRect l="0" t="0" r="0" b="0"/>
          </a:stretch>
        </p:blipFill>
        <p:spPr>
          <a:xfrm xmlns:a="http://schemas.openxmlformats.org/drawingml/2006/main">
            <a:off x="10378440" y="6144768"/>
            <a:ext cx="1143000" cy="548914"/>
          </a:xfrm>
          <a:prstGeom xmlns:a="http://schemas.openxmlformats.org/drawingml/2006/main" prst="rect">
            <a:avLst/>
          </a:prstGeom>
        </p:spPr>
      </p:pic>
    </p:spTree>
    <p:extLst>
      <p:ext uri="{BB962C8B-B14F-4D97-AF65-F5344CB8AC3E}">
        <p14:creationId xmlns:p14="http://schemas.microsoft.com/office/powerpoint/2010/main" val="1335079285"/>
      </p:ext>
    </p:extLst>
  </p:cSld>
</p:sld>
</file>

<file path=ppt/slides/slide3.xml><?xml version="1.0" encoding="utf-8"?>
<p:sld xmlns:p="http://schemas.openxmlformats.org/presentationml/2006/main">
  <p:cSld>
    <p:bg>
      <p:bgPr>
        <a:solidFill xmlns:a="http://schemas.openxmlformats.org/drawingml/2006/main">
          <a:srgbClr val="0A0A0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E796377-4847-4C08-9741-D8AFC5A4A664}"/>
              </a:ext>
            </a:extLst>
          </p:cNvPr>
          <p:cNvSpPr>
            <a:spLocks xmlns:a="http://schemas.openxmlformats.org/drawingml/2006/main" noGrp="1"/>
          </p:cNvSpPr>
          <p:nvPr/>
        </p:nvSpPr>
        <p:spPr>
          <a:xfrm xmlns:a="http://schemas.openxmlformats.org/drawingml/2006/main">
            <a:off x="502920" y="502920"/>
            <a:ext cx="502920" cy="41148"/>
          </a:xfrm>
          <a:prstGeom xmlns:a="http://schemas.openxmlformats.org/drawingml/2006/main" prst="rect">
            <a:avLst/>
          </a:prstGeom>
          <a:solidFill xmlns:a="http://schemas.openxmlformats.org/drawingml/2006/main">
            <a:srgbClr val="CAA6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7D85B461-14AB-478D-B3FA-7603CBAC29AD}"/>
              </a:ext>
            </a:extLst>
          </p:cNvPr>
          <p:cNvSpPr>
            <a:spLocks xmlns:a="http://schemas.openxmlformats.org/drawingml/2006/main" noGrp="1"/>
          </p:cNvSpPr>
          <p:nvPr/>
        </p:nvSpPr>
        <p:spPr>
          <a:xfrm xmlns:a="http://schemas.openxmlformats.org/drawingml/2006/main">
            <a:off x="11155680" y="411480"/>
            <a:ext cx="502920" cy="27432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defRPr sz="900">
                <a:solidFill>
                  <a:srgbClr val="AAA8A4"/>
                </a:solidFill>
              </a:defRPr>
            </a:pPr>
            <a:r>
              <a:t>03</a:t>
            </a:r>
          </a:p>
        </p:txBody>
      </p:sp>
      <p:sp>
        <p:nvSpPr>
          <p:cNvPr id="4" name="TextBox 3">
            <a:extLst xmlns:a="http://schemas.openxmlformats.org/drawingml/2006/main">
              <a:ext uri="{FF2B5EF4-FFF2-40B4-BE49-F238E27FC236}">
                <a16:creationId xmlns:a16="http://schemas.microsoft.com/office/drawing/2014/main" id="{EDCF9066-5EAC-4111-B5C8-E9241D0F19A8}"/>
              </a:ext>
            </a:extLst>
          </p:cNvPr>
          <p:cNvSpPr>
            <a:spLocks xmlns:a="http://schemas.openxmlformats.org/drawingml/2006/main" noGrp="1"/>
          </p:cNvSpPr>
          <p:nvPr/>
        </p:nvSpPr>
        <p:spPr>
          <a:xfrm xmlns:a="http://schemas.openxmlformats.org/drawingml/2006/main">
            <a:off x="502920" y="960120"/>
            <a:ext cx="10789920" cy="64008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2800" b="1">
                <a:solidFill>
                  <a:srgbClr val="F5F3EE"/>
                </a:solidFill>
              </a:defRPr>
            </a:pPr>
            <a:r>
              <a:t>SELECTED EXPERIENCE</a:t>
            </a:r>
          </a:p>
        </p:txBody>
      </p:sp>
      <p:sp>
        <p:nvSpPr>
          <p:cNvPr id="5" name="TextBox 4">
            <a:extLst xmlns:a="http://schemas.openxmlformats.org/drawingml/2006/main">
              <a:ext uri="{FF2B5EF4-FFF2-40B4-BE49-F238E27FC236}">
                <a16:creationId xmlns:a16="http://schemas.microsoft.com/office/drawing/2014/main" id="{040B73C0-5F1F-4FF0-B029-9746E3BDF3CA}"/>
              </a:ext>
            </a:extLst>
          </p:cNvPr>
          <p:cNvSpPr>
            <a:spLocks xmlns:a="http://schemas.openxmlformats.org/drawingml/2006/main" noGrp="1"/>
          </p:cNvSpPr>
          <p:nvPr/>
        </p:nvSpPr>
        <p:spPr>
          <a:xfrm xmlns:a="http://schemas.openxmlformats.org/drawingml/2006/main">
            <a:off x="530352" y="1627632"/>
            <a:ext cx="10424160" cy="41148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1200">
                <a:solidFill>
                  <a:srgbClr val="AAA8A4"/>
                </a:solidFill>
              </a:defRPr>
            </a:pPr>
            <a:r>
              <a:t>Verified club experience built across Konya and Bursa.</a:t>
            </a:r>
          </a:p>
        </p:txBody>
      </p:sp>
      <p:sp>
        <p:nvSpPr>
          <p:cNvPr id="6" name="Rounded Rectangle 5">
            <a:extLst xmlns:a="http://schemas.openxmlformats.org/drawingml/2006/main">
              <a:ext uri="{FF2B5EF4-FFF2-40B4-BE49-F238E27FC236}">
                <a16:creationId xmlns:a16="http://schemas.microsoft.com/office/drawing/2014/main" id="{927C1B01-C255-415B-9205-ED322D527DC9}"/>
              </a:ext>
            </a:extLst>
          </p:cNvPr>
          <p:cNvSpPr>
            <a:spLocks xmlns:a="http://schemas.openxmlformats.org/drawingml/2006/main" noGrp="1"/>
          </p:cNvSpPr>
          <p:nvPr/>
        </p:nvSpPr>
        <p:spPr>
          <a:xfrm xmlns:a="http://schemas.openxmlformats.org/drawingml/2006/main">
            <a:off x="594360" y="2148840"/>
            <a:ext cx="3474720" cy="2651760"/>
          </a:xfrm>
          <a:prstGeom xmlns:a="http://schemas.openxmlformats.org/drawingml/2006/main" prst="roundRect">
            <a:avLst/>
          </a:prstGeom>
          <a:solidFill xmlns:a="http://schemas.openxmlformats.org/drawingml/2006/main">
            <a:srgbClr val="121215"/>
          </a:solidFill>
          <a:ln xmlns:a="http://schemas.openxmlformats.org/drawingml/2006/main">
            <a:solidFill>
              <a:srgbClr val="2D2C2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D7F5F824-66CC-4238-BE87-940F835E2F08}"/>
              </a:ext>
            </a:extLst>
          </p:cNvPr>
          <p:cNvSpPr>
            <a:spLocks xmlns:a="http://schemas.openxmlformats.org/drawingml/2006/main" noGrp="1"/>
          </p:cNvSpPr>
          <p:nvPr/>
        </p:nvSpPr>
        <p:spPr>
          <a:xfrm xmlns:a="http://schemas.openxmlformats.org/drawingml/2006/main">
            <a:off x="822960" y="2350008"/>
            <a:ext cx="30175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300" b="1">
                <a:solidFill>
                  <a:srgbClr val="CAA65C"/>
                </a:solidFill>
              </a:defRPr>
            </a:pPr>
            <a:r>
              <a:t>SINCE 2020</a:t>
            </a:r>
          </a:p>
        </p:txBody>
      </p:sp>
      <p:sp>
        <p:nvSpPr>
          <p:cNvPr id="8" name="TextBox 7">
            <a:extLst xmlns:a="http://schemas.openxmlformats.org/drawingml/2006/main">
              <a:ext uri="{FF2B5EF4-FFF2-40B4-BE49-F238E27FC236}">
                <a16:creationId xmlns:a16="http://schemas.microsoft.com/office/drawing/2014/main" id="{2E18FCE4-08DD-4B49-82A6-42376DCEE561}"/>
              </a:ext>
            </a:extLst>
          </p:cNvPr>
          <p:cNvSpPr>
            <a:spLocks xmlns:a="http://schemas.openxmlformats.org/drawingml/2006/main" noGrp="1"/>
          </p:cNvSpPr>
          <p:nvPr/>
        </p:nvSpPr>
        <p:spPr>
          <a:xfrm xmlns:a="http://schemas.openxmlformats.org/drawingml/2006/main">
            <a:off x="822960" y="2807208"/>
            <a:ext cx="3017520" cy="1828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200" b="0">
                <a:solidFill>
                  <a:srgbClr val="F5F3EE"/>
                </a:solidFill>
              </a:defRPr>
            </a:pPr>
            <a:r>
              <a:t>Active DJ and
electronic music
producer</a:t>
            </a:r>
          </a:p>
        </p:txBody>
      </p:sp>
      <p:sp>
        <p:nvSpPr>
          <p:cNvPr id="9" name="Rounded Rectangle 8">
            <a:extLst xmlns:a="http://schemas.openxmlformats.org/drawingml/2006/main">
              <a:ext uri="{FF2B5EF4-FFF2-40B4-BE49-F238E27FC236}">
                <a16:creationId xmlns:a16="http://schemas.microsoft.com/office/drawing/2014/main" id="{BD2C9335-94EE-4302-8C3F-FBE71AA3B755}"/>
              </a:ext>
            </a:extLst>
          </p:cNvPr>
          <p:cNvSpPr>
            <a:spLocks xmlns:a="http://schemas.openxmlformats.org/drawingml/2006/main" noGrp="1"/>
          </p:cNvSpPr>
          <p:nvPr/>
        </p:nvSpPr>
        <p:spPr>
          <a:xfrm xmlns:a="http://schemas.openxmlformats.org/drawingml/2006/main">
            <a:off x="4343400" y="2148840"/>
            <a:ext cx="3474720" cy="2651760"/>
          </a:xfrm>
          <a:prstGeom xmlns:a="http://schemas.openxmlformats.org/drawingml/2006/main" prst="roundRect">
            <a:avLst/>
          </a:prstGeom>
          <a:solidFill xmlns:a="http://schemas.openxmlformats.org/drawingml/2006/main">
            <a:srgbClr val="121215"/>
          </a:solidFill>
          <a:ln xmlns:a="http://schemas.openxmlformats.org/drawingml/2006/main">
            <a:solidFill>
              <a:srgbClr val="2D2C2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FAD5492D-794F-40D5-84B7-B43C82D9F352}"/>
              </a:ext>
            </a:extLst>
          </p:cNvPr>
          <p:cNvSpPr>
            <a:spLocks xmlns:a="http://schemas.openxmlformats.org/drawingml/2006/main" noGrp="1"/>
          </p:cNvSpPr>
          <p:nvPr/>
        </p:nvSpPr>
        <p:spPr>
          <a:xfrm xmlns:a="http://schemas.openxmlformats.org/drawingml/2006/main">
            <a:off x="4572000" y="2350008"/>
            <a:ext cx="30175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300" b="1">
                <a:solidFill>
                  <a:srgbClr val="CAA65C"/>
                </a:solidFill>
              </a:defRPr>
            </a:pPr>
            <a:r>
              <a:t>CLUB INFERNO MANIA</a:t>
            </a:r>
          </a:p>
        </p:txBody>
      </p:sp>
      <p:sp>
        <p:nvSpPr>
          <p:cNvPr id="11" name="TextBox 10">
            <a:extLst xmlns:a="http://schemas.openxmlformats.org/drawingml/2006/main">
              <a:ext uri="{FF2B5EF4-FFF2-40B4-BE49-F238E27FC236}">
                <a16:creationId xmlns:a16="http://schemas.microsoft.com/office/drawing/2014/main" id="{D49323E6-0712-4E0F-BF30-77A1D7F08456}"/>
              </a:ext>
            </a:extLst>
          </p:cNvPr>
          <p:cNvSpPr>
            <a:spLocks xmlns:a="http://schemas.openxmlformats.org/drawingml/2006/main" noGrp="1"/>
          </p:cNvSpPr>
          <p:nvPr/>
        </p:nvSpPr>
        <p:spPr>
          <a:xfrm xmlns:a="http://schemas.openxmlformats.org/drawingml/2006/main">
            <a:off x="4572000" y="2807208"/>
            <a:ext cx="3017520" cy="1828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200" b="0">
                <a:solidFill>
                  <a:srgbClr val="F5F3EE"/>
                </a:solidFill>
              </a:defRPr>
            </a:pPr>
            <a:r>
              <a:t>Konya branch
Bursa branch
Club experience</a:t>
            </a:r>
          </a:p>
        </p:txBody>
      </p:sp>
      <p:sp>
        <p:nvSpPr>
          <p:cNvPr id="12" name="Rounded Rectangle 11">
            <a:extLst xmlns:a="http://schemas.openxmlformats.org/drawingml/2006/main">
              <a:ext uri="{FF2B5EF4-FFF2-40B4-BE49-F238E27FC236}">
                <a16:creationId xmlns:a16="http://schemas.microsoft.com/office/drawing/2014/main" id="{F1C21D12-0F28-4A53-A145-F391C7302BA8}"/>
              </a:ext>
            </a:extLst>
          </p:cNvPr>
          <p:cNvSpPr>
            <a:spLocks xmlns:a="http://schemas.openxmlformats.org/drawingml/2006/main" noGrp="1"/>
          </p:cNvSpPr>
          <p:nvPr/>
        </p:nvSpPr>
        <p:spPr>
          <a:xfrm xmlns:a="http://schemas.openxmlformats.org/drawingml/2006/main">
            <a:off x="8092440" y="2148840"/>
            <a:ext cx="3474720" cy="2651760"/>
          </a:xfrm>
          <a:prstGeom xmlns:a="http://schemas.openxmlformats.org/drawingml/2006/main" prst="roundRect">
            <a:avLst/>
          </a:prstGeom>
          <a:solidFill xmlns:a="http://schemas.openxmlformats.org/drawingml/2006/main">
            <a:srgbClr val="121215"/>
          </a:solidFill>
          <a:ln xmlns:a="http://schemas.openxmlformats.org/drawingml/2006/main">
            <a:solidFill>
              <a:srgbClr val="2D2C2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 name="TextBox 12">
            <a:extLst xmlns:a="http://schemas.openxmlformats.org/drawingml/2006/main">
              <a:ext uri="{FF2B5EF4-FFF2-40B4-BE49-F238E27FC236}">
                <a16:creationId xmlns:a16="http://schemas.microsoft.com/office/drawing/2014/main" id="{F9DFC5DC-8759-4F2A-8A7F-3C631029610D}"/>
              </a:ext>
            </a:extLst>
          </p:cNvPr>
          <p:cNvSpPr>
            <a:spLocks xmlns:a="http://schemas.openxmlformats.org/drawingml/2006/main" noGrp="1"/>
          </p:cNvSpPr>
          <p:nvPr/>
        </p:nvSpPr>
        <p:spPr>
          <a:xfrm xmlns:a="http://schemas.openxmlformats.org/drawingml/2006/main">
            <a:off x="8321040" y="2350008"/>
            <a:ext cx="30175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300" b="1">
                <a:solidFill>
                  <a:srgbClr val="CAA65C"/>
                </a:solidFill>
              </a:defRPr>
            </a:pPr>
            <a:r>
              <a:t>MR. FROG</a:t>
            </a:r>
          </a:p>
        </p:txBody>
      </p:sp>
      <p:sp>
        <p:nvSpPr>
          <p:cNvPr id="14" name="TextBox 13">
            <a:extLst xmlns:a="http://schemas.openxmlformats.org/drawingml/2006/main">
              <a:ext uri="{FF2B5EF4-FFF2-40B4-BE49-F238E27FC236}">
                <a16:creationId xmlns:a16="http://schemas.microsoft.com/office/drawing/2014/main" id="{06287C55-8D0B-487E-90F0-39DE017DC607}"/>
              </a:ext>
            </a:extLst>
          </p:cNvPr>
          <p:cNvSpPr>
            <a:spLocks xmlns:a="http://schemas.openxmlformats.org/drawingml/2006/main" noGrp="1"/>
          </p:cNvSpPr>
          <p:nvPr/>
        </p:nvSpPr>
        <p:spPr>
          <a:xfrm xmlns:a="http://schemas.openxmlformats.org/drawingml/2006/main">
            <a:off x="8321040" y="2807208"/>
            <a:ext cx="3017520" cy="18288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200" b="0">
                <a:solidFill>
                  <a:srgbClr val="F5F3EE"/>
                </a:solidFill>
              </a:defRPr>
            </a:pPr>
            <a:r>
              <a:t>Konya
Selected past
club experience</a:t>
            </a:r>
          </a:p>
        </p:txBody>
      </p:sp>
      <p:pic>
        <p:nvPicPr>
          <p:cNvPr id="29" name="Picture 14"/>
          <p:cNvPicPr>
            <a:picLocks xmlns:a="http://schemas.openxmlformats.org/drawingml/2006/main" noChangeAspect="1"/>
          </p:cNvPicPr>
          <p:nvPr/>
        </p:nvPicPr>
        <p:blipFill>
          <a:blip xmlns:r="http://schemas.openxmlformats.org/officeDocument/2006/relationships" xmlns:a="http://schemas.openxmlformats.org/drawingml/2006/main" r:embed="R67f38f6afc134593"/>
          <a:stretch xmlns:a="http://schemas.openxmlformats.org/drawingml/2006/main">
            <a:fillRect l="0" t="0" r="0" b="0"/>
          </a:stretch>
        </p:blipFill>
        <p:spPr>
          <a:xfrm xmlns:a="http://schemas.openxmlformats.org/drawingml/2006/main">
            <a:off x="10378440" y="6144768"/>
            <a:ext cx="1143000" cy="548914"/>
          </a:xfrm>
          <a:prstGeom xmlns:a="http://schemas.openxmlformats.org/drawingml/2006/main" prst="rect">
            <a:avLst/>
          </a:prstGeom>
        </p:spPr>
      </p:pic>
    </p:spTree>
    <p:extLst>
      <p:ext uri="{BB962C8B-B14F-4D97-AF65-F5344CB8AC3E}">
        <p14:creationId xmlns:p14="http://schemas.microsoft.com/office/powerpoint/2010/main" val="1000787266"/>
      </p:ext>
    </p:extLst>
  </p:cSld>
</p:sld>
</file>

<file path=ppt/slides/slide4.xml><?xml version="1.0" encoding="utf-8"?>
<p:sld xmlns:p="http://schemas.openxmlformats.org/presentationml/2006/main">
  <p:cSld>
    <p:bg>
      <p:bgPr>
        <a:solidFill xmlns:a="http://schemas.openxmlformats.org/drawingml/2006/main">
          <a:srgbClr val="0A0A0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62C67DB-6E7F-40BE-985E-617321D64AEB}"/>
              </a:ext>
            </a:extLst>
          </p:cNvPr>
          <p:cNvSpPr>
            <a:spLocks xmlns:a="http://schemas.openxmlformats.org/drawingml/2006/main" noGrp="1"/>
          </p:cNvSpPr>
          <p:nvPr/>
        </p:nvSpPr>
        <p:spPr>
          <a:xfrm xmlns:a="http://schemas.openxmlformats.org/drawingml/2006/main">
            <a:off x="502920" y="502920"/>
            <a:ext cx="502920" cy="41148"/>
          </a:xfrm>
          <a:prstGeom xmlns:a="http://schemas.openxmlformats.org/drawingml/2006/main" prst="rect">
            <a:avLst/>
          </a:prstGeom>
          <a:solidFill xmlns:a="http://schemas.openxmlformats.org/drawingml/2006/main">
            <a:srgbClr val="CAA6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88D175AD-754F-408B-A9DA-2F0295EF12EC}"/>
              </a:ext>
            </a:extLst>
          </p:cNvPr>
          <p:cNvSpPr>
            <a:spLocks xmlns:a="http://schemas.openxmlformats.org/drawingml/2006/main" noGrp="1"/>
          </p:cNvSpPr>
          <p:nvPr/>
        </p:nvSpPr>
        <p:spPr>
          <a:xfrm xmlns:a="http://schemas.openxmlformats.org/drawingml/2006/main">
            <a:off x="11155680" y="411480"/>
            <a:ext cx="502920" cy="27432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defRPr sz="900">
                <a:solidFill>
                  <a:srgbClr val="AAA8A4"/>
                </a:solidFill>
              </a:defRPr>
            </a:pPr>
            <a:r>
              <a:t>04</a:t>
            </a:r>
          </a:p>
        </p:txBody>
      </p:sp>
      <p:sp>
        <p:nvSpPr>
          <p:cNvPr id="4" name="TextBox 3">
            <a:extLst xmlns:a="http://schemas.openxmlformats.org/drawingml/2006/main">
              <a:ext uri="{FF2B5EF4-FFF2-40B4-BE49-F238E27FC236}">
                <a16:creationId xmlns:a16="http://schemas.microsoft.com/office/drawing/2014/main" id="{80883E1B-0773-4D16-B739-FB6C8A12877A}"/>
              </a:ext>
            </a:extLst>
          </p:cNvPr>
          <p:cNvSpPr>
            <a:spLocks xmlns:a="http://schemas.openxmlformats.org/drawingml/2006/main" noGrp="1"/>
          </p:cNvSpPr>
          <p:nvPr/>
        </p:nvSpPr>
        <p:spPr>
          <a:xfrm xmlns:a="http://schemas.openxmlformats.org/drawingml/2006/main">
            <a:off x="502920" y="960120"/>
            <a:ext cx="10789920" cy="64008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2800" b="1">
                <a:solidFill>
                  <a:srgbClr val="F5F3EE"/>
                </a:solidFill>
                <a:latin typeface="Calibri"/>
                <a:ea typeface="Calibri"/>
                <a:cs typeface="Calibri"/>
              </a:rPr>
              <a:t>SELECTED MUSIC</a:t>
            </a:r>
          </a:p>
        </p:txBody>
      </p:sp>
      <p:sp>
        <p:nvSpPr>
          <p:cNvPr id="5" name="TextBox 4">
            <a:extLst xmlns:a="http://schemas.openxmlformats.org/drawingml/2006/main">
              <a:ext uri="{FF2B5EF4-FFF2-40B4-BE49-F238E27FC236}">
                <a16:creationId xmlns:a16="http://schemas.microsoft.com/office/drawing/2014/main" id="{9D48035E-2268-4D89-910B-97B7844808C1}"/>
              </a:ext>
            </a:extLst>
          </p:cNvPr>
          <p:cNvSpPr>
            <a:spLocks xmlns:a="http://schemas.openxmlformats.org/drawingml/2006/main" noGrp="1"/>
          </p:cNvSpPr>
          <p:nvPr/>
        </p:nvSpPr>
        <p:spPr>
          <a:xfrm xmlns:a="http://schemas.openxmlformats.org/drawingml/2006/main">
            <a:off x="530352" y="1627632"/>
            <a:ext cx="10424160" cy="41148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1200">
                <a:solidFill>
                  <a:srgbClr val="AAA8A4"/>
                </a:solidFill>
              </a:defRPr>
            </a:pPr>
            <a:r>
              <a:t>Current releases defining Burak Tokat’s musical direction.</a:t>
            </a:r>
          </a:p>
        </p:txBody>
      </p:sp>
      <p:sp>
        <p:nvSpPr>
          <p:cNvPr id="6" name="Rounded Rectangle 5">
            <a:extLst xmlns:a="http://schemas.openxmlformats.org/drawingml/2006/main">
              <a:ext uri="{FF2B5EF4-FFF2-40B4-BE49-F238E27FC236}">
                <a16:creationId xmlns:a16="http://schemas.microsoft.com/office/drawing/2014/main" id="{5667D001-3288-48D5-B78D-248D61CE11AC}"/>
              </a:ext>
            </a:extLst>
          </p:cNvPr>
          <p:cNvSpPr>
            <a:spLocks xmlns:a="http://schemas.openxmlformats.org/drawingml/2006/main" noGrp="1"/>
          </p:cNvSpPr>
          <p:nvPr/>
        </p:nvSpPr>
        <p:spPr>
          <a:xfrm xmlns:a="http://schemas.openxmlformats.org/drawingml/2006/main">
            <a:off x="594360" y="2148840"/>
            <a:ext cx="5212080" cy="3017520"/>
          </a:xfrm>
          <a:prstGeom xmlns:a="http://schemas.openxmlformats.org/drawingml/2006/main" prst="roundRect">
            <a:avLst/>
          </a:prstGeom>
          <a:solidFill xmlns:a="http://schemas.openxmlformats.org/drawingml/2006/main">
            <a:srgbClr val="121215"/>
          </a:solidFill>
          <a:ln xmlns:a="http://schemas.openxmlformats.org/drawingml/2006/main">
            <a:solidFill>
              <a:srgbClr val="2D2C2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7" name="TextBox 6">
            <a:extLst xmlns:a="http://schemas.openxmlformats.org/drawingml/2006/main">
              <a:ext uri="{FF2B5EF4-FFF2-40B4-BE49-F238E27FC236}">
                <a16:creationId xmlns:a16="http://schemas.microsoft.com/office/drawing/2014/main" id="{CA71D85A-2EF2-4C1F-9F3A-2A4738278A04}"/>
              </a:ext>
            </a:extLst>
          </p:cNvPr>
          <p:cNvSpPr>
            <a:spLocks xmlns:a="http://schemas.openxmlformats.org/drawingml/2006/main" noGrp="1"/>
          </p:cNvSpPr>
          <p:nvPr/>
        </p:nvSpPr>
        <p:spPr>
          <a:xfrm xmlns:a="http://schemas.openxmlformats.org/drawingml/2006/main">
            <a:off x="822960" y="2350008"/>
            <a:ext cx="475488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300" b="1">
                <a:solidFill>
                  <a:srgbClr val="CAA65C"/>
                </a:solidFill>
              </a:defRPr>
            </a:pPr>
            <a:r>
              <a:t>FEELS LIKE</a:t>
            </a:r>
          </a:p>
        </p:txBody>
      </p:sp>
      <p:sp>
        <p:nvSpPr>
          <p:cNvPr id="8" name="TextBox 7">
            <a:extLst xmlns:a="http://schemas.openxmlformats.org/drawingml/2006/main">
              <a:ext uri="{FF2B5EF4-FFF2-40B4-BE49-F238E27FC236}">
                <a16:creationId xmlns:a16="http://schemas.microsoft.com/office/drawing/2014/main" id="{AD870CB2-9EBB-4E9C-B46F-13569C1AE723}"/>
              </a:ext>
            </a:extLst>
          </p:cNvPr>
          <p:cNvSpPr>
            <a:spLocks xmlns:a="http://schemas.openxmlformats.org/drawingml/2006/main" noGrp="1"/>
          </p:cNvSpPr>
          <p:nvPr/>
        </p:nvSpPr>
        <p:spPr>
          <a:xfrm xmlns:a="http://schemas.openxmlformats.org/drawingml/2006/main">
            <a:off x="822960" y="2807208"/>
            <a:ext cx="4754880" cy="2194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200" b="0">
                <a:solidFill>
                  <a:srgbClr val="F5F3EE"/>
                </a:solidFill>
              </a:defRPr>
            </a:pPr>
            <a:r>
              <a:t>Original Mix
Melodic House &amp; Techno
Surrealismo Records
Released 1 February 2024
Available on Spotify and Beatport</a:t>
            </a:r>
          </a:p>
        </p:txBody>
      </p:sp>
      <p:sp>
        <p:nvSpPr>
          <p:cNvPr id="9" name="Rounded Rectangle 8">
            <a:extLst xmlns:a="http://schemas.openxmlformats.org/drawingml/2006/main">
              <a:ext uri="{FF2B5EF4-FFF2-40B4-BE49-F238E27FC236}">
                <a16:creationId xmlns:a16="http://schemas.microsoft.com/office/drawing/2014/main" id="{12079FCD-6E14-46F6-AC12-4D073BDD72F5}"/>
              </a:ext>
            </a:extLst>
          </p:cNvPr>
          <p:cNvSpPr>
            <a:spLocks xmlns:a="http://schemas.openxmlformats.org/drawingml/2006/main" noGrp="1"/>
          </p:cNvSpPr>
          <p:nvPr/>
        </p:nvSpPr>
        <p:spPr>
          <a:xfrm xmlns:a="http://schemas.openxmlformats.org/drawingml/2006/main">
            <a:off x="6172200" y="2148840"/>
            <a:ext cx="5212080" cy="3017520"/>
          </a:xfrm>
          <a:prstGeom xmlns:a="http://schemas.openxmlformats.org/drawingml/2006/main" prst="roundRect">
            <a:avLst/>
          </a:prstGeom>
          <a:solidFill xmlns:a="http://schemas.openxmlformats.org/drawingml/2006/main">
            <a:srgbClr val="121215"/>
          </a:solidFill>
          <a:ln xmlns:a="http://schemas.openxmlformats.org/drawingml/2006/main">
            <a:solidFill>
              <a:srgbClr val="2D2C2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0" name="TextBox 9">
            <a:extLst xmlns:a="http://schemas.openxmlformats.org/drawingml/2006/main">
              <a:ext uri="{FF2B5EF4-FFF2-40B4-BE49-F238E27FC236}">
                <a16:creationId xmlns:a16="http://schemas.microsoft.com/office/drawing/2014/main" id="{AB4BD62A-2D9B-4F9A-BF24-551DB45CA73B}"/>
              </a:ext>
            </a:extLst>
          </p:cNvPr>
          <p:cNvSpPr>
            <a:spLocks xmlns:a="http://schemas.openxmlformats.org/drawingml/2006/main" noGrp="1"/>
          </p:cNvSpPr>
          <p:nvPr/>
        </p:nvSpPr>
        <p:spPr>
          <a:xfrm xmlns:a="http://schemas.openxmlformats.org/drawingml/2006/main">
            <a:off x="6400800" y="2350008"/>
            <a:ext cx="475488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300" b="1">
                <a:solidFill>
                  <a:srgbClr val="CAA65C"/>
                </a:solidFill>
              </a:defRPr>
            </a:pPr>
            <a:r>
              <a:t>CRESCENT</a:t>
            </a:r>
          </a:p>
        </p:txBody>
      </p:sp>
      <p:sp>
        <p:nvSpPr>
          <p:cNvPr id="11" name="TextBox 10">
            <a:extLst xmlns:a="http://schemas.openxmlformats.org/drawingml/2006/main">
              <a:ext uri="{FF2B5EF4-FFF2-40B4-BE49-F238E27FC236}">
                <a16:creationId xmlns:a16="http://schemas.microsoft.com/office/drawing/2014/main" id="{EF02EBFD-4912-4AC5-BAFA-0942B94CD8D4}"/>
              </a:ext>
            </a:extLst>
          </p:cNvPr>
          <p:cNvSpPr>
            <a:spLocks xmlns:a="http://schemas.openxmlformats.org/drawingml/2006/main" noGrp="1"/>
          </p:cNvSpPr>
          <p:nvPr/>
        </p:nvSpPr>
        <p:spPr>
          <a:xfrm xmlns:a="http://schemas.openxmlformats.org/drawingml/2006/main">
            <a:off x="6400800" y="2807208"/>
            <a:ext cx="4754880" cy="2194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200" b="0">
                <a:solidFill>
                  <a:srgbClr val="F5F3EE"/>
                </a:solidFill>
              </a:defRPr>
            </a:pPr>
            <a:r>
              <a:t>Upcoming Single
Melodic Techno
Colorica
Pre-order 23 October 2026
Release 6 November 2026
A personal, emotion-led record</a:t>
            </a:r>
          </a:p>
        </p:txBody>
      </p:sp>
      <p:pic>
        <p:nvPicPr>
          <p:cNvPr id="23" name="Picture 11"/>
          <p:cNvPicPr>
            <a:picLocks xmlns:a="http://schemas.openxmlformats.org/drawingml/2006/main" noChangeAspect="1"/>
          </p:cNvPicPr>
          <p:nvPr/>
        </p:nvPicPr>
        <p:blipFill>
          <a:blip xmlns:r="http://schemas.openxmlformats.org/officeDocument/2006/relationships" xmlns:a="http://schemas.openxmlformats.org/drawingml/2006/main" r:embed="Rd1f6a0e5d54848a5"/>
          <a:stretch xmlns:a="http://schemas.openxmlformats.org/drawingml/2006/main">
            <a:fillRect l="0" t="0" r="0" b="0"/>
          </a:stretch>
        </p:blipFill>
        <p:spPr>
          <a:xfrm xmlns:a="http://schemas.openxmlformats.org/drawingml/2006/main">
            <a:off x="10378440" y="6144768"/>
            <a:ext cx="1143000" cy="548914"/>
          </a:xfrm>
          <a:prstGeom xmlns:a="http://schemas.openxmlformats.org/drawingml/2006/main" prst="rect">
            <a:avLst/>
          </a:prstGeom>
        </p:spPr>
      </p:pic>
    </p:spTree>
    <p:extLst>
      <p:ext uri="{BB962C8B-B14F-4D97-AF65-F5344CB8AC3E}">
        <p14:creationId xmlns:p14="http://schemas.microsoft.com/office/powerpoint/2010/main" val="357249245"/>
      </p:ext>
    </p:extLst>
  </p:cSld>
</p:sld>
</file>

<file path=ppt/slides/slide5.xml><?xml version="1.0" encoding="utf-8"?>
<p:sld xmlns:p="http://schemas.openxmlformats.org/presentationml/2006/main">
  <p:cSld>
    <p:bg>
      <p:bgPr>
        <a:solidFill xmlns:a="http://schemas.openxmlformats.org/drawingml/2006/main">
          <a:srgbClr val="0A0A0C"/>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5886B8F-6D75-4AD3-848E-5B97489B7A32}"/>
              </a:ext>
            </a:extLst>
          </p:cNvPr>
          <p:cNvSpPr>
            <a:spLocks xmlns:a="http://schemas.openxmlformats.org/drawingml/2006/main" noGrp="1"/>
          </p:cNvSpPr>
          <p:nvPr/>
        </p:nvSpPr>
        <p:spPr>
          <a:xfrm xmlns:a="http://schemas.openxmlformats.org/drawingml/2006/main">
            <a:off x="502920" y="502920"/>
            <a:ext cx="502920" cy="41148"/>
          </a:xfrm>
          <a:prstGeom xmlns:a="http://schemas.openxmlformats.org/drawingml/2006/main" prst="rect">
            <a:avLst/>
          </a:prstGeom>
          <a:solidFill xmlns:a="http://schemas.openxmlformats.org/drawingml/2006/main">
            <a:srgbClr val="CAA6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A5F48674-534A-43A6-A246-861CB18E4ECF}"/>
              </a:ext>
            </a:extLst>
          </p:cNvPr>
          <p:cNvSpPr>
            <a:spLocks xmlns:a="http://schemas.openxmlformats.org/drawingml/2006/main" noGrp="1"/>
          </p:cNvSpPr>
          <p:nvPr/>
        </p:nvSpPr>
        <p:spPr>
          <a:xfrm xmlns:a="http://schemas.openxmlformats.org/drawingml/2006/main">
            <a:off x="11155680" y="411480"/>
            <a:ext cx="502920" cy="27432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lgn="r">
              <a:buNone/>
              <a:defRPr sz="900">
                <a:solidFill>
                  <a:srgbClr val="AAA8A4"/>
                </a:solidFill>
              </a:defRPr>
            </a:pPr>
            <a:r>
              <a:t>05</a:t>
            </a:r>
          </a:p>
        </p:txBody>
      </p:sp>
      <p:sp>
        <p:nvSpPr>
          <p:cNvPr id="4" name="TextBox 3">
            <a:extLst xmlns:a="http://schemas.openxmlformats.org/drawingml/2006/main">
              <a:ext uri="{FF2B5EF4-FFF2-40B4-BE49-F238E27FC236}">
                <a16:creationId xmlns:a16="http://schemas.microsoft.com/office/drawing/2014/main" id="{1F7D2EB6-1AC2-4231-B462-1B8986E63B9D}"/>
              </a:ext>
            </a:extLst>
          </p:cNvPr>
          <p:cNvSpPr>
            <a:spLocks xmlns:a="http://schemas.openxmlformats.org/drawingml/2006/main" noGrp="1"/>
          </p:cNvSpPr>
          <p:nvPr/>
        </p:nvSpPr>
        <p:spPr>
          <a:xfrm xmlns:a="http://schemas.openxmlformats.org/drawingml/2006/main">
            <a:off x="502920" y="960120"/>
            <a:ext cx="10789920" cy="64008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2800" b="1">
                <a:solidFill>
                  <a:srgbClr val="F5F3EE"/>
                </a:solidFill>
              </a:defRPr>
            </a:pPr>
            <a:r>
              <a:t>BOOKING &amp; CONTACT</a:t>
            </a:r>
          </a:p>
        </p:txBody>
      </p:sp>
      <p:sp>
        <p:nvSpPr>
          <p:cNvPr id="5" name="TextBox 4">
            <a:extLst xmlns:a="http://schemas.openxmlformats.org/drawingml/2006/main">
              <a:ext uri="{FF2B5EF4-FFF2-40B4-BE49-F238E27FC236}">
                <a16:creationId xmlns:a16="http://schemas.microsoft.com/office/drawing/2014/main" id="{94012098-C1A1-49AF-B397-05573F9939BD}"/>
              </a:ext>
            </a:extLst>
          </p:cNvPr>
          <p:cNvSpPr>
            <a:spLocks xmlns:a="http://schemas.openxmlformats.org/drawingml/2006/main" noGrp="1"/>
          </p:cNvSpPr>
          <p:nvPr/>
        </p:nvSpPr>
        <p:spPr>
          <a:xfrm xmlns:a="http://schemas.openxmlformats.org/drawingml/2006/main">
            <a:off x="530352" y="1627632"/>
            <a:ext cx="10424160" cy="41148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1200">
                <a:solidFill>
                  <a:srgbClr val="AAA8A4"/>
                </a:solidFill>
              </a:defRPr>
            </a:pPr>
            <a:r>
              <a:t>Club • Festival • Private Event • Press</a:t>
            </a:r>
          </a:p>
        </p:txBody>
      </p:sp>
      <p:sp>
        <p:nvSpPr>
          <p:cNvPr id="6" name="TextBox 5">
            <a:extLst xmlns:a="http://schemas.openxmlformats.org/drawingml/2006/main">
              <a:ext uri="{FF2B5EF4-FFF2-40B4-BE49-F238E27FC236}">
                <a16:creationId xmlns:a16="http://schemas.microsoft.com/office/drawing/2014/main" id="{9C6FCB88-4148-490B-8E07-02DA3A7AA674}"/>
              </a:ext>
            </a:extLst>
          </p:cNvPr>
          <p:cNvSpPr>
            <a:spLocks xmlns:a="http://schemas.openxmlformats.org/drawingml/2006/main" noGrp="1"/>
          </p:cNvSpPr>
          <p:nvPr/>
        </p:nvSpPr>
        <p:spPr>
          <a:xfrm xmlns:a="http://schemas.openxmlformats.org/drawingml/2006/main">
            <a:off x="594360" y="2011680"/>
            <a:ext cx="6400800" cy="6400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3400" b="1">
                <a:solidFill>
                  <a:srgbClr val="F5F3EE"/>
                </a:solidFill>
              </a:defRPr>
            </a:pPr>
            <a:r>
              <a:t>BURAK TOKAT</a:t>
            </a:r>
          </a:p>
        </p:txBody>
      </p:sp>
      <p:sp>
        <p:nvSpPr>
          <p:cNvPr id="7" name="TextBox 6">
            <a:extLst xmlns:a="http://schemas.openxmlformats.org/drawingml/2006/main">
              <a:ext uri="{FF2B5EF4-FFF2-40B4-BE49-F238E27FC236}">
                <a16:creationId xmlns:a16="http://schemas.microsoft.com/office/drawing/2014/main" id="{FED88813-FC87-41D9-A925-812C204D587F}"/>
              </a:ext>
            </a:extLst>
          </p:cNvPr>
          <p:cNvSpPr>
            <a:spLocks xmlns:a="http://schemas.openxmlformats.org/drawingml/2006/main" noGrp="1"/>
          </p:cNvSpPr>
          <p:nvPr/>
        </p:nvSpPr>
        <p:spPr>
          <a:xfrm xmlns:a="http://schemas.openxmlformats.org/drawingml/2006/main">
            <a:off x="621792" y="2788920"/>
            <a:ext cx="6858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200" b="1">
                <a:solidFill>
                  <a:srgbClr val="CAA65C"/>
                </a:solidFill>
              </a:defRPr>
            </a:pPr>
            <a:r>
              <a:t>DJ • ELECTRONIC MUSIC PRODUCER</a:t>
            </a:r>
          </a:p>
        </p:txBody>
      </p:sp>
      <p:sp>
        <p:nvSpPr>
          <p:cNvPr id="8" name="TextBox 7">
            <a:extLst xmlns:a="http://schemas.openxmlformats.org/drawingml/2006/main">
              <a:ext uri="{FF2B5EF4-FFF2-40B4-BE49-F238E27FC236}">
                <a16:creationId xmlns:a16="http://schemas.microsoft.com/office/drawing/2014/main" id="{8AA0E7DE-EA6C-462D-8CC0-2453465F7ADC}"/>
              </a:ext>
            </a:extLst>
          </p:cNvPr>
          <p:cNvSpPr>
            <a:spLocks xmlns:a="http://schemas.openxmlformats.org/drawingml/2006/main" noGrp="1"/>
          </p:cNvSpPr>
          <p:nvPr/>
        </p:nvSpPr>
        <p:spPr>
          <a:xfrm xmlns:a="http://schemas.openxmlformats.org/drawingml/2006/main">
            <a:off x="621792" y="365760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0">
                <a:solidFill>
                  <a:srgbClr val="F5F3EE"/>
                </a:solidFill>
              </a:defRPr>
            </a:pPr>
            <a:r>
              <a:t>Instagram  —  @burak_tkt</a:t>
            </a:r>
          </a:p>
        </p:txBody>
      </p:sp>
      <p:sp>
        <p:nvSpPr>
          <p:cNvPr id="9" name="TextBox 8">
            <a:extLst xmlns:a="http://schemas.openxmlformats.org/drawingml/2006/main">
              <a:ext uri="{FF2B5EF4-FFF2-40B4-BE49-F238E27FC236}">
                <a16:creationId xmlns:a16="http://schemas.microsoft.com/office/drawing/2014/main" id="{B6E83223-9C49-456C-A08D-04FD71A45C67}"/>
              </a:ext>
            </a:extLst>
          </p:cNvPr>
          <p:cNvSpPr>
            <a:spLocks xmlns:a="http://schemas.openxmlformats.org/drawingml/2006/main" noGrp="1"/>
          </p:cNvSpPr>
          <p:nvPr/>
        </p:nvSpPr>
        <p:spPr>
          <a:xfrm xmlns:a="http://schemas.openxmlformats.org/drawingml/2006/main">
            <a:off x="621792" y="4160520"/>
            <a:ext cx="6400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0">
                <a:solidFill>
                  <a:srgbClr val="F5F3EE"/>
                </a:solidFill>
              </a:defRPr>
            </a:pPr>
            <a:r>
              <a:t>Website  —  buraktokat.github.io</a:t>
            </a:r>
          </a:p>
        </p:txBody>
      </p:sp>
      <p:sp>
        <p:nvSpPr>
          <p:cNvPr id="10" name="TextBox 9">
            <a:extLst xmlns:a="http://schemas.openxmlformats.org/drawingml/2006/main">
              <a:ext uri="{FF2B5EF4-FFF2-40B4-BE49-F238E27FC236}">
                <a16:creationId xmlns:a16="http://schemas.microsoft.com/office/drawing/2014/main" id="{A535072F-E407-47AB-8EBF-CC6F93B8A1D1}"/>
              </a:ext>
            </a:extLst>
          </p:cNvPr>
          <p:cNvSpPr>
            <a:spLocks xmlns:a="http://schemas.openxmlformats.org/drawingml/2006/main" noGrp="1"/>
          </p:cNvSpPr>
          <p:nvPr/>
        </p:nvSpPr>
        <p:spPr>
          <a:xfrm xmlns:a="http://schemas.openxmlformats.org/drawingml/2006/main">
            <a:off x="621792" y="4663440"/>
            <a:ext cx="6400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1600" b="0">
                <a:solidFill>
                  <a:srgbClr val="F5F3EE"/>
                </a:solidFill>
              </a:defRPr>
            </a:pPr>
            <a:r>
              <a:t>Booking  —  buraktokatmr@gmail.com</a:t>
            </a:r>
          </a:p>
        </p:txBody>
      </p:sp>
      <p:sp>
        <p:nvSpPr>
          <p:cNvPr id="11" name="TextBox 10">
            <a:extLst xmlns:a="http://schemas.openxmlformats.org/drawingml/2006/main">
              <a:ext uri="{FF2B5EF4-FFF2-40B4-BE49-F238E27FC236}">
                <a16:creationId xmlns:a16="http://schemas.microsoft.com/office/drawing/2014/main" id="{FAB7AF86-798B-4D0D-8E23-10C6C6192F56}"/>
              </a:ext>
            </a:extLst>
          </p:cNvPr>
          <p:cNvSpPr>
            <a:spLocks xmlns:a="http://schemas.openxmlformats.org/drawingml/2006/main" noGrp="1"/>
          </p:cNvSpPr>
          <p:nvPr/>
        </p:nvSpPr>
        <p:spPr>
          <a:xfrm xmlns:a="http://schemas.openxmlformats.org/drawingml/2006/main">
            <a:off x="621792" y="5806440"/>
            <a:ext cx="5486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defRPr sz="900" b="0">
                <a:solidFill>
                  <a:srgbClr val="AAA8A4"/>
                </a:solidFill>
              </a:defRPr>
            </a:pPr>
            <a:r>
              <a:t>ELECTRONIC PRESS KIT • 2026</a:t>
            </a:r>
          </a:p>
        </p:txBody>
      </p:sp>
      <p:pic>
        <p:nvPicPr>
          <p:cNvPr id="25" name="Picture 11"/>
          <p:cNvPicPr>
            <a:picLocks xmlns:a="http://schemas.openxmlformats.org/drawingml/2006/main" noChangeAspect="1"/>
          </p:cNvPicPr>
          <p:nvPr/>
        </p:nvPicPr>
        <p:blipFill>
          <a:blip xmlns:r="http://schemas.openxmlformats.org/officeDocument/2006/relationships" xmlns:a="http://schemas.openxmlformats.org/drawingml/2006/main" r:embed="Radb509cbfdb543b0"/>
          <a:stretch xmlns:a="http://schemas.openxmlformats.org/drawingml/2006/main">
            <a:fillRect l="0" t="0" r="0" b="0"/>
          </a:stretch>
        </p:blipFill>
        <p:spPr>
          <a:xfrm xmlns:a="http://schemas.openxmlformats.org/drawingml/2006/main">
            <a:off x="8001000" y="1600200"/>
            <a:ext cx="3383280" cy="1624787"/>
          </a:xfrm>
          <a:prstGeom xmlns:a="http://schemas.openxmlformats.org/drawingml/2006/main" prst="rect">
            <a:avLst/>
          </a:prstGeom>
        </p:spPr>
      </p:pic>
      <p:sp>
        <p:nvSpPr>
          <p:cNvPr id="13" name="TextBox 12">
            <a:extLst xmlns:a="http://schemas.openxmlformats.org/drawingml/2006/main">
              <a:ext uri="{FF2B5EF4-FFF2-40B4-BE49-F238E27FC236}">
                <a16:creationId xmlns:a16="http://schemas.microsoft.com/office/drawing/2014/main" id="{8657C32C-7E34-4845-B0D0-50AC67215BFA}"/>
              </a:ext>
            </a:extLst>
          </p:cNvPr>
          <p:cNvSpPr>
            <a:spLocks xmlns:a="http://schemas.openxmlformats.org/drawingml/2006/main" noGrp="1"/>
          </p:cNvSpPr>
          <p:nvPr/>
        </p:nvSpPr>
        <p:spPr>
          <a:xfrm xmlns:a="http://schemas.openxmlformats.org/drawingml/2006/main">
            <a:off x="621792" y="5074920"/>
            <a:ext cx="6858000" cy="365760"/>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pPr>
              <a:buNone/>
              <a:defRPr sz="1600">
                <a:solidFill>
                  <a:srgbClr val="F5F3EE"/>
                </a:solidFill>
              </a:defRPr>
            </a:pPr>
            <a:r>
              <a:t>Official profiles  —  Spotify • Apple Music • YouTube</a:t>
            </a:r>
          </a:p>
        </p:txBody>
      </p:sp>
    </p:spTree>
    <p:extLst>
      <p:ext uri="{BB962C8B-B14F-4D97-AF65-F5344CB8AC3E}">
        <p14:creationId xmlns:p14="http://schemas.microsoft.com/office/powerpoint/2010/main" val="189400640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2026-08-19T02:40:50.9880000Z</dcterms:created>
  <dcterms:modified xsi:type="dcterms:W3CDTF">2026-08-19T02:40:50.9880000Z</dcterms:modified>
</coreProperties>
</file>